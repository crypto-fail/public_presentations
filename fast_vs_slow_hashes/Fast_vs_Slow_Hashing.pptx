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st.github.com/Chick3nman/32e662a5bb63bc4f51b847bb422222fd" TargetMode="External"/><Relationship Id="rId2" Type="http://schemas.openxmlformats.org/officeDocument/2006/relationships/hyperlink" Target="https://www.onlinehashcrack.com/guides/password-recovery/gpu-password-cracking-benchmarks-2025-rtx-vs-cpus.php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Password_Storage_Cheat_Sheet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raetorian.com/blog/safeguarding-memory-in-higher-level-programming-languages/" TargetMode="External"/><Relationship Id="rId2" Type="http://schemas.openxmlformats.org/officeDocument/2006/relationships/hyperlink" Target="https://docs.rs/zeroize/latest/zeroize/" TargetMode="External"/><Relationship Id="rId3" Type="http://schemas.openxmlformats.org/officeDocument/2006/relationships/hyperlink" Target="https://github.com/awnumar/memguar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Password_Storage_Cheat_Sheet.html" TargetMode="External"/><Relationship Id="rId2" Type="http://schemas.openxmlformats.org/officeDocument/2006/relationships/hyperlink" Target="https://pages.nist.gov/800-63-4/sp800-63b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D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vs. Slow Hashing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Speed Helps and When It Hurts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703320"/>
            <a:ext cx="1645920" cy="54864"/>
          </a:xfrm>
          <a:prstGeom prst="rect">
            <a:avLst/>
          </a:prstGeom>
          <a:solidFill>
            <a:srgbClr val="E8873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Choosing the Right Hash Matters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D4555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173,000 k/s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RC4 key recovery speed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(deprecated cipher)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E8873D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7,400,000 k/s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hashing speed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 hash, same GPU)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2194560"/>
          </a:xfrm>
          <a:prstGeom prst="roundRect">
            <a:avLst>
              <a:gd name="adj" fmla="val 6250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4173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k/s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cracking speed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(intentionally slow hash)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1A25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wrong hash for the job wastes performance or compromises security.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Hashcat Benchmarks (RTX 4090)</a:t>
            </a:r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OnlineHashCrack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Categories of Hash Functions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86200" cy="3108960"/>
          </a:xfrm>
          <a:prstGeom prst="roundRect">
            <a:avLst>
              <a:gd name="adj" fmla="val 4412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388620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Hashes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speed and efficiency.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high throughput.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SHA-3, SHA-512, BLAKE3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hashes per second on GPUs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fixed-length output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tunable cost parameter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3886200" cy="3108960"/>
          </a:xfrm>
          <a:prstGeom prst="roundRect">
            <a:avLst>
              <a:gd name="adj" fmla="val 4412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3886200" cy="54864"/>
          </a:xfrm>
          <a:prstGeom prst="rect">
            <a:avLst/>
          </a:prstGeom>
          <a:solidFill>
            <a:srgbClr val="E8873D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371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Hashes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7492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expensive to compute.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resist brute-force attacks.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24688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Argon2id, bcrypt, scrypt, PBKDF2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Tunable work factor (cost, memory, time)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variants resist GPU attacks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~250ms per hash for authentication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Fast Hashes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downloads and detect corruption. BLAKE3 hashes a 6.6 GB file in under 2 seconds.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4300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14300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documents before signing with RSA or ECDSA. Speed enables bulk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authenticates every packet in transit. Must run at wire speed.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Deduplication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duplicate blocks in storage. Throughput is the bottleneck, not secrecy.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92608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Authentication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HMAC-based tokens (JWT, webhook signatures) need fast verification per request.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560320" cy="1508760"/>
          </a:xfrm>
          <a:prstGeom prst="roundRect">
            <a:avLst>
              <a:gd name="adj" fmla="val 9091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92608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 &amp; Caching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Content-addressable storage, ETags, cache keys. xxHash also works 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Use Slow Hashes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887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a low-entropy secret (password, PIN, passphrase) must be stored or verified, use a slow, memory-hard hash.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560320" cy="1554480"/>
          </a:xfrm>
          <a:prstGeom prst="roundRect">
            <a:avLst>
              <a:gd name="adj" fmla="val 8824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148840"/>
            <a:ext cx="2560320" cy="54864"/>
          </a:xfrm>
          <a:prstGeom prst="rect">
            <a:avLst/>
          </a:prstGeom>
          <a:solidFill>
            <a:srgbClr val="E887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Storage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 credentials in any application. The primary use case for slow hashing.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2148840"/>
            <a:ext cx="2560320" cy="1554480"/>
          </a:xfrm>
          <a:prstGeom prst="roundRect">
            <a:avLst>
              <a:gd name="adj" fmla="val 8824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148840"/>
            <a:ext cx="2560320" cy="54864"/>
          </a:xfrm>
          <a:prstGeom prst="rect">
            <a:avLst/>
          </a:prstGeom>
          <a:solidFill>
            <a:srgbClr val="3DB8C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Derivation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encryption keys from passphrases (e.g., disk encryption, wallet keys).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2148840"/>
            <a:ext cx="2560320" cy="1554480"/>
          </a:xfrm>
          <a:prstGeom prst="roundRect">
            <a:avLst>
              <a:gd name="adj" fmla="val 8824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148840"/>
            <a:ext cx="2560320" cy="54864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PIN Storage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codes, backup codes, and API secrets derived from human input.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make each guess cost ~250ms. An attacker trying 10 billion passwords at 250ms each needs ~79 years.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Hash Preference Order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11064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435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 |  GPU-resistant  |  Side-channel safe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063240" y="1106424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OWASP's top recommendation. Combines memory-hardness with hybrid resistance to both GPU brute-force and side-channel attacks. Tunable memory, iterations, and parallelism.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97280" y="2020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3500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  |  GPU-resistant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2020824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GPU resistance via large memory requirement. More complex to tune (N, r, p) — weak parameters silently degrade security. No side-channel protection.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8803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97280" y="29352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264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CPU-hard  |  4 KB memory only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2935224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since 1999 with universal library support. Single cost parameter is easy to tune. Only 4 KB RAM — increasingly vulnerable to modern GPUs. 72-byte input limit.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1764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7947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97280" y="38496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4178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CPU-hard  |  No memory-hardness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63240" y="3849624"/>
            <a:ext cx="5440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when FIPS-140 compliance is required. Highly GPU-parallelizable — attackers gain 10-30x advantage over CPU defenders. Requires 600,000+ iterations (OWASP minimum).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 Password Storage Cheat Sheet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Memory-Hard and CPU-Hard Mean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60320" cy="3337560"/>
          </a:xfrm>
          <a:prstGeom prst="roundRect">
            <a:avLst>
              <a:gd name="adj" fmla="val 535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560320" cy="54864"/>
          </a:xfrm>
          <a:prstGeom prst="rect">
            <a:avLst/>
          </a:prstGeom>
          <a:solidFill>
            <a:srgbClr val="4CAF7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A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Argon2id, scrypt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RAM per hash (16–64 MiB or more)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4963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have limited memory per core — only hundreds of parallel threads, not millions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0723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memory quadruples attacker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6484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becomes the bottleneck, not raw compute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560320" cy="3337560"/>
          </a:xfrm>
          <a:prstGeom prst="roundRect">
            <a:avLst>
              <a:gd name="adj" fmla="val 535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560320" cy="54864"/>
          </a:xfrm>
          <a:prstGeom prst="rect">
            <a:avLst/>
          </a:prstGeom>
          <a:solidFill>
            <a:srgbClr val="E8873D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CPU-Hard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PBKDF2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many CPU cycles per hash but very little RAM (4 KB for bcrypt)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24963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each core, but GPUs have thousands of cores to parallelize the work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30723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gain 10–30x speed on GPU hardware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36484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when tuned aggressively, but diminishing returns vs. GPUs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560320" cy="3337560"/>
          </a:xfrm>
          <a:prstGeom prst="roundRect">
            <a:avLst>
              <a:gd name="adj" fmla="val 5357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D4555E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SHA-256, SHA-512, MD5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55080" y="19202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speed — no deliberate cost mechanism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4963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process billions of hashes per second with trivial memory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0723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tunable work factor to increase cost over time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64845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▪"/>
            </a:pPr>
            <a:r>
              <a:rPr lang="en-US" sz="11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for passwords — one GPU can exhaust common password lists in minutes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Memory-hardness is the key differentiator. It turns the attacker’s memory into the bottleneck — not just CPU cycles.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 Memory Wiping by Language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77240"/>
                <a:gridCol w="3017520"/>
                <a:gridCol w="3520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Wipe?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7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zeroize / secrecy crates; guaranteed on 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Best-in-class; compiler cannot optimize 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/ C++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memset_s, SecureZeroMemory, explicit overwrite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memset can be optimized away by compiler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memguard library; mlock + mmap syscalls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may copy data; must bypass runtime allocator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CryptographicOperations.ZeroMemory, Span&lt;T&gt;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SecureString deprecated; GC moves objects in heap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char[] + Arrays.fill(); PBEKeySpec.clearPassword()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 immutable; frameworks convert char[] to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87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Mutable Data type; manual zeroing possible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may leave copies; no built-in secure wipe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bytearray possible but fragile; ctypes hacks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 immutable; GC non-deterministic; no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Buffer.fill(0) for Buffers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 immutable; V8 GC non-deterministic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6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5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8BBC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 mutable but no pinning API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788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copies freely; no memory layout guarantees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A0F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4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languages with explicit, guaranteed memory wiping for any code that handles passwords, keys, or tokens.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Praetorian</a:t>
            </a:r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Rust zeroize docs</a:t>
            </a:r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 memguard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Mistakes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D45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Hash for Passwords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108960" y="11430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SHA-256 or SHA-512 to store passwords. GPUs crack hundreds of millions of these per second.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8229600" cy="45720"/>
          </a:xfrm>
          <a:prstGeom prst="rect">
            <a:avLst/>
          </a:prstGeom>
          <a:solidFill>
            <a:srgbClr val="D4555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Hash for Integrity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9659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bcrypt to checksum files. Wastes CPU and degrades throughput for no security benefit.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743200"/>
            <a:ext cx="8229600" cy="45720"/>
          </a:xfrm>
          <a:prstGeom prst="rect">
            <a:avLst/>
          </a:prstGeom>
          <a:solidFill>
            <a:srgbClr val="D455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5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Unsalted Hashes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7889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slow hash without a unique salt is vulnerable to precomputed rainbow tables.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658368"/>
          </a:xfrm>
          <a:prstGeom prst="roundRect">
            <a:avLst>
              <a:gd name="adj" fmla="val 20833"/>
            </a:avLst>
          </a:prstGeom>
          <a:solidFill>
            <a:srgbClr val="111B4A"/>
          </a:solidFill>
          <a:ln/>
          <a:effectLst>
            <a:outerShdw sx="100000" sy="100000" kx="0" ky="0" algn="bl" rotWithShape="0" blurRad="101600" dist="38100" dir="90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8229600" cy="45720"/>
          </a:xfrm>
          <a:prstGeom prst="rect">
            <a:avLst/>
          </a:prstGeom>
          <a:solidFill>
            <a:srgbClr val="E8873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 Factors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36118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to increase cost parameters as hardware improves. What was slow in 2015 is fast today.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D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hash to the threat model. Speed is a feature for integrity; it is a vulnerability for passwords.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D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8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E Y  T A K E A W A Y 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Hash. Right Job.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▪"/>
            </a:pPr>
            <a:r>
              <a:rPr lang="en-US" sz="15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hashes (SHA-256, BLAKE3) for integrity, signatures, and authentication tokens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62432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▪"/>
            </a:pPr>
            <a:r>
              <a:rPr lang="en-US" sz="15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hashes (Argon2id, bcrypt) for passwords, PINs, and passphrase-derived keys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0998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▪"/>
            </a:pPr>
            <a:r>
              <a:rPr lang="en-US" sz="15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 fast hash to store passwords — GPUs make it trivial to crack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57530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▪"/>
            </a:pPr>
            <a:r>
              <a:rPr lang="en-US" sz="15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 slow hash for bulk data — it wastes resources with no security gain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5079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▪"/>
            </a:pPr>
            <a:r>
              <a:rPr lang="en-US" sz="1500" dirty="0">
                <a:solidFill>
                  <a:srgbClr val="B8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work factors to target ~250ms and increase them over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</a:t>
            </a:r>
            <a:pPr indent="0" marL="0">
              <a:buNone/>
            </a:pPr>
            <a:r>
              <a:rPr lang="en-US" sz="1000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000" u="sng" dirty="0">
                <a:solidFill>
                  <a:srgbClr val="7880A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NIST SP 800-63B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2026-03-26T10:39:20Z</dcterms:created>
  <dcterms:modified xsi:type="dcterms:W3CDTF">2026-03-26T10:39:20Z</dcterms:modified>
</cp:coreProperties>
</file>